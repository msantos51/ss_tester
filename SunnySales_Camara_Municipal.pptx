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109728"/>
          </a:xfrm>
          <a:prstGeom prst="rect">
            <a:avLst/>
          </a:prstGeom>
          <a:solidFill>
            <a:srgbClr val="E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C107"/>
                </a:solidFill>
              </a:rPr>
              <a:t>☀ Sunny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Comércio de Praia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Apresentação para Câmara Municipal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AA7"/>
                </a:solidFill>
              </a:rPr>
              <a:t>Solução digital para organizar e modernizar os vendedores ambulantes de praia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6AA7"/>
                </a:solidFill>
              </a:rPr>
              <a:t>suporte@sunnysales.com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O que vamos apresentar 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184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18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Desafios actuais do comércio de praia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184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618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A Solução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0391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Sunny Sales — como funciona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186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Para os Banhistas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393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Localizar vendedores em tempo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089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18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2186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Para os Vendedores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6393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Painel, rotas e subscrição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818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18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Para o Município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395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Controlo, dados e implementação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0916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818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818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Implementação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23951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Como activar em dias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12648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62362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62362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Sustentabilidade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66568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Impacto ambiental positivo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6126480"/>
            <a:ext cx="5669280" cy="1371600"/>
          </a:xfrm>
          <a:prstGeom prst="rect">
            <a:avLst/>
          </a:prstGeom>
          <a:solidFill>
            <a:srgbClr val="E8F4FB"/>
          </a:solidFill>
          <a:ln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62362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A800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62362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AA7"/>
                </a:solidFill>
              </a:rPr>
              <a:t>Próximos Passos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66568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Como avançar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O caos invisível no comércio de praia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21488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7335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🔍  Banhistas perdem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Percorrem grandes distâncias à procura de gelados, pastéis ou acessórios — sem saber onde o vendedor está.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669280" cy="2148840"/>
          </a:xfrm>
          <a:prstGeom prst="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7335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🚶  Vendedores andam em excesso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Percorrem a praia aleatoriamente, sem informação sobre a localização dos potenciais clientes.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5669280" cy="2148840"/>
          </a:xfrm>
          <a:prstGeom prst="rect">
            <a:avLst/>
          </a:prstGeom>
          <a:solidFill>
            <a:srgbClr val="DD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507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📉  Comércio desorganizado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Sobreposição de rotas, zonas sem cobertura, ausência de dados para a autarquia gerir concessões.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86200"/>
            <a:ext cx="5669280" cy="2148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507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❌  Sem visibilidade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Os vendedores ambulantes não têm presença digital — invisíveis para turistas e visitantes.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Sunny Sales — Plataforma de Comércio de Praia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</a:rPr>
              <a:t>O Sunny Sales liga banhistas e vendedores em tempo real através de GPS e mapas interactivos, eliminando a incerteza de ambos os lados.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611880" cy="41148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Sem instalar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Acesso instantâneo por QR Code — o banhista abre o mapa no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31720"/>
            <a:ext cx="3611880" cy="41148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51460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Localização em tempo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 vendedor partilha a sua posição GPS; o mapa actualiza automaticamente via 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611880" cy="41148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Dados para o município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Estatísticas de actividade, percursos, cobertura e utilização em tempo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 os Banhistas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Encontrar o vendedor em segundos, sem sair da toalha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07592"/>
            <a:ext cx="12188952" cy="555040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🗺️  Mapa interactivo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Pinos coloridos e actualizados ao vivo mostram todos os vendedores activos na praia.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📡  GPS próprio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 posição do banhista é mostrada no mapa com seta de direcção (bússola do telemóvel).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🔎  Filtros inteligentes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Filtrar por tipo de produto (gelados, pastéis, acessórios) e por distância (até 5 km).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0040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101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📸  Perfil do vendedor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6732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Foto, produto e histórias efémeras (fotos/vídeos temporários) no perfil do vendedor.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017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📲  Sem instalação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589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Funciona directamente no browser via QR Code — sem app store, sem registo obrigatório.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89204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017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🔄  Actualizações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4589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WebSocket garante actualizações automáticas — sem necessidade de refrescar a página.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 os Vendedores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Ferramenta profissional de gestão e visibilidade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11880" cy="512064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59436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Painel Pessoal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Dashboard com saudação personalizada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Toggle para activar/desactivar partilha de localização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Estado da subscrição e dias restantes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Histórico de sessões em múltiplos dispositivos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611880" cy="512064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463040"/>
            <a:ext cx="3611880" cy="59436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361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Rotas &amp; Estatísticas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402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Registo automático de cada sessão de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46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Distância percorrida e duração por sessão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5196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Mapa visual de cada rota efectuada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25780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Gráfico de barras de km diários (últimos 7 dias)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611880" cy="512064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463040"/>
            <a:ext cx="3611880" cy="59436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5361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Perfil &amp; Conta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Foto de perfil com ferramenta de recorte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246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Cor personalizada do pino no mapa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Histórias efémeras (fotos/vídeos temporários)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25780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✔  Gestão de password e dados pessoais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A7"/>
                </a:solidFill>
              </a:rPr>
              <a:t>💳  Pagamento de subscrição integrado com Stripe — simples, seguro e automático.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 o Município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Controlo, transparência e modernização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07592"/>
            <a:ext cx="12188952" cy="5550408"/>
          </a:xfrm>
          <a:prstGeom prst="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📋  Gestão de concessões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Registo digital de todos os vendedores licenciados. Subscrição activa = vendedor autorizado. Visibilidade total sobre quem está activo.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📊  Estatísticas em tempo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Dados de utilização: quantos vendedores activos, zonas de maior cobertura, frequência de uso por dia e hora.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🏖️  Melhoria da experiência do visitante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Praia mais organizada e agradável. Turistas e famílias encontram facilmente o que precisam, aumentando a satisfação.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🌱  Compromisso de sustentabilidade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Redução de percursos desnecessários → menos emissões. Dados de distâncias percorridas pelas vendedores disponíveis.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79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749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⚡  Implementação ultra-rápida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1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QR Codes impressos → sistema operacional em dias. Sem infraestrutura adicional. Sem custos de hardware.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983479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749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A7"/>
                </a:solidFill>
              </a:rPr>
              <a:t>🤝  Suporte técnico dedicado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53211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Equipa disponível para integração, formação e personalização. Página web personalizada com o nome da praia/município.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Três passos simples — do QR Code ao mapa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148840" cy="36576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🏛️
Município
coloca QR Codes
na praia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0175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2148840" cy="3657600"/>
          </a:xfrm>
          <a:prstGeom prst="rect">
            <a:avLst/>
          </a:prstGeom>
          <a:solidFill>
            <a:srgbClr val="008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96596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🧑‍🤝‍🧑
Banhista
difusão o QR Code
no telemóvel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175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828800"/>
            <a:ext cx="2148840" cy="3657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🗺️
Mapa abre
no browser —
sem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0175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28800"/>
            <a:ext cx="2148840" cy="3657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96596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📍
Vendedor
partilha GPS
em tempo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69280"/>
            <a:ext cx="11640312" cy="9144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AA7"/>
                </a:solidFill>
              </a:rPr>
              <a:t>O ciclo fecha-se: o banhista vê o vendedor no mapa → desloca-se → compra. Município recebe dados de toda a actividade.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Do contrato à praia operacional em poucos dias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645920" cy="109728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554480"/>
            <a:ext cx="9692640" cy="10972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6002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AA7"/>
                </a:solidFill>
              </a:rPr>
              <a:t>Contrato &amp; Configuração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116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Definição das praias, número de licenças, personalização do sistema com o nome do município.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39"/>
            <a:ext cx="1645920" cy="109728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80359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 3–4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834639"/>
            <a:ext cx="9692640" cy="10972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880359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AA7"/>
                </a:solidFill>
              </a:rPr>
              <a:t>Onboarding de Vendedores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918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Registo dos vendedores licenciados, instalação da app mobile (opcional), formação básica.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645920" cy="109728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605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114800"/>
            <a:ext cx="9692640" cy="10972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1605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AA7"/>
                </a:solidFill>
              </a:rPr>
              <a:t>QR Codes &amp; Lançamento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Impressão e colocação dos QR Codes nos postos de praia, bandeiras e infraestruturas existentes.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94959"/>
            <a:ext cx="1645920" cy="109728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79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 6+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5394959"/>
            <a:ext cx="9692640" cy="10972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440679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AA7"/>
                </a:solidFill>
              </a:rPr>
              <a:t>Operação &amp; Suporte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85215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Sistema em funcionamento. Equipa técnica disponível. Relatórios mensais ao município.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AA7"/>
                </a:solidFill>
              </a:rPr>
              <a:t>🚀  Requisito mínimo: ligação à internet. Sem hardware dedicado. Sem obras.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Sustentabilidade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Um passo para praias mais inteligentes e sustentáveis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07592"/>
            <a:ext cx="12188952" cy="555040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5669280" cy="640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A745"/>
                </a:solidFill>
              </a:rPr>
              <a:t>🌍  Menos quilómetros, menos CO₂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Com vendedores a dirigirem-se para onde há procura, eliminam-se percursos desnecessários. A plataforma regista e apresenta os km poupados.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669280" cy="640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A745"/>
                </a:solidFill>
              </a:rPr>
              <a:t>♻️  Sem papel, sem plástico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Toda a comunicação é digital. QR Codes substituem panfletos e mapas em papel. Menor pegada ecológica no dia-a-dia da praia.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5669280" cy="640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507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A745"/>
                </a:solidFill>
              </a:rPr>
              <a:t>📈  Dados de impacto ambiental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O município pode aceder a relatórios de distâncias percorridas e quantificar a redução de emissões de carbono da sua praia.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669280" cy="640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5079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A745"/>
                </a:solidFill>
              </a:rPr>
              <a:t>🏖️  Praia mais organizada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720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Menos conflitos de sobreposição de rotas. Melhor distribuição dos vendedores. Experiência mais agradável para visitantes e residentes.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Tecnologia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107"/>
                </a:solidFill>
              </a:rPr>
              <a:t>Arquitectura moderna, segura e escalável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⚡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FastAPI (Python) + PostgreSQL — rápido, robusto e open-source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🌐 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React 19 + Vite — interface moderna e responsiva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📱  App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React Native + Expo — iOS e Android sem código duplicado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🗺️  Mapas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Leaflet com rotação por bússola — mapas precisos e leves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79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🔴  Tempo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199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WebSocket nativo — actualizações instantâneas sem reload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069079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💳  Pagamentos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199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Stripe — padrão mundial, seguro e certificado PCI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4924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☁️  Alojamento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Heroku/Render — infraestrutura cloud com escalabilidade automática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349240"/>
            <a:ext cx="5669280" cy="1143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4406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A7"/>
                </a:solidFill>
              </a:rPr>
              <a:t>🔒  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8521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JWT + bcrypt — autenticação e passwords encriptadas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88952" cy="109728"/>
          </a:xfrm>
          <a:prstGeom prst="rect">
            <a:avLst/>
          </a:prstGeom>
          <a:solidFill>
            <a:srgbClr val="E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107"/>
                </a:solidFill>
              </a:rPr>
              <a:t>Prontos para avançar?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3291840" cy="2377440"/>
          </a:xfrm>
          <a:prstGeom prst="rect">
            <a:avLst/>
          </a:prstGeom>
          <a:solidFill>
            <a:srgbClr val="004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107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Demo ao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Agendamos uma demonstração prática com a câmara e convidados.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331720"/>
            <a:ext cx="3291840" cy="2377440"/>
          </a:xfrm>
          <a:prstGeom prst="rect">
            <a:avLst/>
          </a:prstGeom>
          <a:solidFill>
            <a:srgbClr val="004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10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Projecto 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Selecção de uma praia para teste da temporada. Implementação gratuita.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3291840" cy="2377440"/>
          </a:xfrm>
          <a:prstGeom prst="rect">
            <a:avLst/>
          </a:prstGeom>
          <a:solidFill>
            <a:srgbClr val="004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423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107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Avaliação &amp; Expansão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Relatório de resultados ao fim da época. Decisão de alargamento.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13892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6AA7"/>
                </a:solidFill>
              </a:rPr>
              <a:t>📧  suporte@sunnysales.com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2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06AA7"/>
                </a:solidFill>
              </a:rPr>
              <a:t>Transforme a sua praia numa praia inteligente.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